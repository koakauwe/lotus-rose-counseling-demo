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D5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Lotus Rose Counseling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Marketing Plan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74320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4A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Koa Kauwe  |  KauweVentures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D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Website Is Built. Now Let's Fill Your Schedule.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4754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25-page website live at lotusrosecounseling.com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on every page (Google understands your practice)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with email notifications working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Clarity tracking installed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therapists with individual profile pages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system ready with first article published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371600"/>
            <a:ext cx="2926080" cy="3200400"/>
          </a:xfrm>
          <a:prstGeom prst="rect">
            <a:avLst/>
          </a:prstGeom>
          <a:solidFill>
            <a:srgbClr val="3D333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0" y="21945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5D5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Visibility.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5D5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site is built — but people need to find it.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D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Things That Will Get You More Clients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pack drives the most local calls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Content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what patients search at 2 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Landing Pages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found in Provo, Lehi, American Fork...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Listings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 Today, TherapyDen &amp; more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Spanish-Language Page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5488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Pam's trilingual advantage — zero competition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Someone Searches 'Therapist Near Me'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3D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What They See First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828800"/>
            <a:ext cx="6949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 map pack (top 3 local results) drives the most calls and website visits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GBP needs: updated photos, all 5 therapists, weekly posts, services list, and reviews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15+ Google reviews in the first 3 months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are the #1 factor in local search rankings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highest-impact thing we can do.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the Questions Your Future Clients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3D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Googling at 2 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502920"/>
          </a:xfrm>
          <a:prstGeom prst="rect">
            <a:avLst/>
          </a:prstGeom>
          <a:solidFill>
            <a:srgbClr val="FFF8F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45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Postpartum Anxiety vs Postpartum Depression — What's the Difference?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28600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2860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IVF Affects Your Mental Health (And How Therapy Helps)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502920"/>
          </a:xfrm>
          <a:prstGeom prst="rect">
            <a:avLst/>
          </a:prstGeom>
          <a:solidFill>
            <a:srgbClr val="FFF8F3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92608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926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Childhood Trauma Resurfaces in Motherhood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56616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5661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 in Your First EMDR Session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7680960" cy="502920"/>
          </a:xfrm>
          <a:prstGeom prst="rect">
            <a:avLst/>
          </a:prstGeom>
          <a:solidFill>
            <a:srgbClr val="FFF8F3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20624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2062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Therapist After Infant Loss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post targets a specific search, links to your services, and positions Lotus Rose as the expert.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Found in Every City You Serve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45720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459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you only show up for "therapist Orem"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competitors rank in Provo, Lehi, American Fork, Pleasant Grove, Lindon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create dedicated pages for each city with unique content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city pages = 7 new doors into your practice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0" y="1645920"/>
            <a:ext cx="1463040" cy="4114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0" y="1645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69480" y="1645920"/>
            <a:ext cx="1463040" cy="4114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7269480" y="1645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69680" y="1645920"/>
            <a:ext cx="1463040" cy="4114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0" y="1645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Fork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469880" y="1645920"/>
            <a:ext cx="1463040" cy="4114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10469880" y="1645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Pleasant Grove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2560320"/>
            <a:ext cx="1463040" cy="4114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560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69480" y="2560320"/>
            <a:ext cx="1463040" cy="4114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560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Vineyard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9680" y="2560320"/>
            <a:ext cx="1463040" cy="4114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0" y="2560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Springville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Where Clients Are Already Looking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solidFill>
            <a:srgbClr val="FFF8F3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645920"/>
            <a:ext cx="6949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 Today is the #1 therapy directory — clients search there directly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therapists need optimized profiles with matching bios and photos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list on: TherapyDen, TherapyTribe, Mental Health Match, GoodTherapy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listing = a backlink to your site + a new way clients find you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 (name, address, phone) must match exactly everywhere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D5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Pam Speaks 3 Languages.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5D5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Website Should Too.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6949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zero results for "Spanish speaking therapist Utah County"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Hispanic population in Utah County = underserved market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/terapia-en-espanol/ page written in Spanish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Pam on Spanish-language therapy directories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F5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competitive advantage nobody else has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Level of Support That 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$300/month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maintenance &amp; updates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 management (weekly posts)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blog post per month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 monitoring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check-in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&amp; slowly grow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7432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$500/month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Essentials, plus: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blog posts per month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geo page per month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listing setup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review &amp; UX recs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check-in calls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grow your presence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97280"/>
            <a:ext cx="27432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Service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3504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$900/month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219456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Growth, plus: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management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Spanish-language page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content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SEO audit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check-in calls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 local search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Included at Every Level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solidFill>
            <a:srgbClr val="FFF8F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457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website hosting forever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 — no monthly hosting fees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874520"/>
            <a:ext cx="54864" cy="457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changes &amp; technical updates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touch code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solidFill>
            <a:srgbClr val="FFF8F3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468880"/>
            <a:ext cx="54864" cy="457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 &amp; security headers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is always secure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063240"/>
            <a:ext cx="54864" cy="457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063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structured data updates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3063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your services change, Google knows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solidFill>
            <a:srgbClr val="FFF8F3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657600"/>
            <a:ext cx="54864" cy="457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Adding/removing therapists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hires, updated bios, photo swaps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251960"/>
            <a:ext cx="54864" cy="457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251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via text or email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54880" y="4251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anytime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 First — No Matter Which Package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sitemap to Google Search Console (get all 25 pages indexed)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1488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Google reviews from 5-10 past clients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834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first GBP post (Tired Mom's Club promotion)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5204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therapists have Psychology Today profiles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425196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2062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Google Analytics (waiting on your access)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D5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Start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5D5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Filling Schedules?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274320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Koa Kauwe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KauweVentures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A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koa@leakproofmarketing.com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or text to discuss which package is right for Lotus Rose.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Lotus Rose Counseling — Digital Marketing Plan</dc:title>
  <dc:subject>PptxGenJS Presentation</dc:subject>
  <dc:creator>Koa Kauwe</dc:creator>
  <cp:lastModifiedBy>Koa Kauwe</cp:lastModifiedBy>
  <cp:revision>1</cp:revision>
  <dcterms:created xsi:type="dcterms:W3CDTF">2026-04-08T04:21:00Z</dcterms:created>
  <dcterms:modified xsi:type="dcterms:W3CDTF">2026-04-08T04:21:00Z</dcterms:modified>
</cp:coreProperties>
</file>